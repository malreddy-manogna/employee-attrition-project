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FC1D3-BF0A-625A-B7E9-D9BB9A8C8F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DE771F-7FA6-15F0-7AEE-11A7EEA63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167BB-57E7-C671-F74D-D6363EB5C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0008-998A-4489-BF7C-1660152D898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2CCED-E2DF-BA74-5225-C3D7AAA3D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E3FFB-9A41-125E-4DCD-A9275E62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1ED3-E1B1-4029-B5A4-AF0E8CB18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452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1F94-62D2-6439-8A13-17B44872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9F9B9-0E1F-7EA9-80CA-C44A4A459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F85E5-4EA7-0A49-E97D-2D6DC84D0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0008-998A-4489-BF7C-1660152D898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3795A-9053-2AC4-366A-8CF433EBC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AF4B7-74DE-137A-30E3-831B1F5A4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1ED3-E1B1-4029-B5A4-AF0E8CB18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435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9A11C-62C5-D4A6-E779-B22A7EECD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5BA5E-4A5F-BBCA-FF5B-3DDC41AAA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B9976-8235-BD16-6E6D-B4B99E412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0008-998A-4489-BF7C-1660152D898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C9B30-7AD8-E813-1444-67E74973E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A6DDA-FEFE-0301-86C7-C021E3B50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1ED3-E1B1-4029-B5A4-AF0E8CB18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887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5AC7C-B17A-A93A-F43F-928BF0C02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44D05-EF0A-2DA2-E63E-D107CE554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5F123-1F62-4CB8-5EF0-2D0F26D68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B649C-A3B9-3B42-4BF2-679DA40F4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0008-998A-4489-BF7C-1660152D898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CD447-2397-C9CB-D0B2-343BF28D3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AAFE0-F4D3-613D-6863-4811D913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1ED3-E1B1-4029-B5A4-AF0E8CB18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592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8F432-1C77-DEAC-E02E-4EA31F1D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80724-4505-D876-0038-6329F4B38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5C179D-F04A-AB3B-A617-EE13F215B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2FAF4B-E044-5D4A-CB03-15CA6BCFE0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16E248-FB3D-68BD-D48F-9961EE964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8BCD99-5257-A604-7845-9CCB1647E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0008-998A-4489-BF7C-1660152D898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041AE4-A2C9-A8B6-C564-46627B7F9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99F692-EF9C-3D12-21CA-EEFEBB7BA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1ED3-E1B1-4029-B5A4-AF0E8CB18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833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DA48-BB50-7A58-3961-4666B8876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95C1AC-2F30-B23A-286E-834374C55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0008-998A-4489-BF7C-1660152D898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C6215-8569-18C0-E440-E991E6CCF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C966F-97C2-3F9D-4D23-DBC581D17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1ED3-E1B1-4029-B5A4-AF0E8CB18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54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745A2E-F613-D4B0-EE8A-DEFEC892D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0008-998A-4489-BF7C-1660152D898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3F154E-A125-FAD6-7CDE-43E5F2598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F0765-2CF1-CD73-C717-C5EBB961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1ED3-E1B1-4029-B5A4-AF0E8CB18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635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7DE01-7AFA-F532-81B5-542C91266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BBD93-57EF-8353-570C-70794858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04ABC0-388F-2182-B6F1-ECD6ED9D4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70D29-B11A-995B-F519-F3D30A322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0008-998A-4489-BF7C-1660152D898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8D573-D9F2-7393-CC65-29E59D711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AA9CF-52FB-572F-B68B-D9E7FEB10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1ED3-E1B1-4029-B5A4-AF0E8CB18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59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DCEF2-4D41-BB6A-C7CB-FE1CDC697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0CCEF7-D4A6-132D-7844-137DB5F353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096990-5A45-B6A7-ABDC-7B122C4F0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BB937-A8D4-4A76-B453-12105E4B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0008-998A-4489-BF7C-1660152D898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1941B-9560-B068-C9F6-D68F2F14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DEB41-44A9-0916-3CD8-131F627D1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1ED3-E1B1-4029-B5A4-AF0E8CB18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555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D136-B78A-EF58-F6D7-155A956EF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B62952-B08C-3929-3407-D30071981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843BC-1A62-949B-4A64-6A58D8165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0008-998A-4489-BF7C-1660152D898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7ED3B-32FC-E0B0-8958-13220C176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71D39-95BC-F25E-B6CB-B217B2209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1ED3-E1B1-4029-B5A4-AF0E8CB18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08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0E2ECE-7FB1-8FBC-F1B6-D037DB2498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23B80-01E1-A806-8088-1A02F3186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A9A46-32BA-A953-BAF7-2712C0840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0008-998A-4489-BF7C-1660152D898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C2FFE-B9BB-1F5A-48C7-199A2C75E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95AD5-ACEA-2051-1767-DF0C50358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1ED3-E1B1-4029-B5A4-AF0E8CB18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738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68C487-FA33-B4CD-1EBC-BF85E073C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B935-CA81-E939-7C3B-447B6B03F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EE613-F9DC-FC4A-E237-8AA6DA219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F0008-998A-4489-BF7C-1660152D898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F0429-BFC5-47F6-02F4-6C1155EB9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ED306-7E50-B32E-8D22-DB024B72F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31ED3-E1B1-4029-B5A4-AF0E8CB18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572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45140B-0567-8FE6-93D7-A3E274668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767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AD7588-E3AF-B10B-DC6B-B9A9A609F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398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B14FEB-B0AB-A1B3-FA4B-CE11D9F91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907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78986E-01BC-41FC-03BE-AAA87DA3B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EDE35C-764C-1EA3-08FB-D14A9949997C}"/>
              </a:ext>
            </a:extLst>
          </p:cNvPr>
          <p:cNvSpPr txBox="1"/>
          <p:nvPr/>
        </p:nvSpPr>
        <p:spPr>
          <a:xfrm>
            <a:off x="958645" y="1946787"/>
            <a:ext cx="102747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the IBM HR Employee Attrition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includes employee details like age, department, job role, salary, satisfaction, etc.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 and cleaned the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categorical variables into numerical form using encoding.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numerical columns using Z-score normalization.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 Analysis &amp;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data trends using graphs and charts.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patterns in attrition across departments, age groups, and job roles.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Result 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Highlighted key factors contributing to attrition.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insights for HR intervention and employee retention.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914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E965F4-96B8-4A19-E56D-E82DD86FCECE}"/>
              </a:ext>
            </a:extLst>
          </p:cNvPr>
          <p:cNvSpPr txBox="1"/>
          <p:nvPr/>
        </p:nvSpPr>
        <p:spPr>
          <a:xfrm>
            <a:off x="383458" y="318493"/>
            <a:ext cx="7344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0B3F7-B463-60A2-3A5F-A14860A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8" y="985110"/>
            <a:ext cx="3578942" cy="25545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8E63C3-5407-A06C-B0E3-F88B7109C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721" y="841713"/>
            <a:ext cx="4264881" cy="2697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1A9BD9-D9AB-E914-5647-5C5247664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093" y="914399"/>
            <a:ext cx="3578942" cy="26252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1C7175-28C4-9951-13EA-EEA6B5276D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458" y="3683009"/>
            <a:ext cx="3578942" cy="28208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20F2E5-CF8C-7A02-3D75-0344454001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2553" y="3914294"/>
            <a:ext cx="4146894" cy="26252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048D64-A52A-F1D1-B532-E07AD37F17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0687" y="3814916"/>
            <a:ext cx="3692264" cy="282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764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5DA4EC-E2EC-C497-8DC0-43331855B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44" y="1354393"/>
            <a:ext cx="5031397" cy="414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746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A0EE6E-98D1-39F6-09F2-0BE469714FE4}"/>
              </a:ext>
            </a:extLst>
          </p:cNvPr>
          <p:cNvSpPr txBox="1"/>
          <p:nvPr/>
        </p:nvSpPr>
        <p:spPr>
          <a:xfrm>
            <a:off x="875071" y="471948"/>
            <a:ext cx="5987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37FA34-8B2A-7972-A560-C907E47363BD}"/>
              </a:ext>
            </a:extLst>
          </p:cNvPr>
          <p:cNvSpPr txBox="1"/>
          <p:nvPr/>
        </p:nvSpPr>
        <p:spPr>
          <a:xfrm>
            <a:off x="1307690" y="1718156"/>
            <a:ext cx="794446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Predicts employee attrition to help HR plan retention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Identifies key factors contributing to employees leaving.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data-driven decision-making for workforce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proactive interventions to reduce turnover and improve employee satisfaction.</a:t>
            </a:r>
          </a:p>
        </p:txBody>
      </p:sp>
    </p:spTree>
    <p:extLst>
      <p:ext uri="{BB962C8B-B14F-4D97-AF65-F5344CB8AC3E}">
        <p14:creationId xmlns:p14="http://schemas.microsoft.com/office/powerpoint/2010/main" val="3860586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22C7A7-2504-5840-476F-610B573E5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49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146</Words>
  <Application>Microsoft Office PowerPoint</Application>
  <PresentationFormat>Widescreen</PresentationFormat>
  <Paragraphs>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Manogna Reddy</dc:creator>
  <cp:lastModifiedBy>Manogna Reddy</cp:lastModifiedBy>
  <cp:revision>1</cp:revision>
  <dcterms:created xsi:type="dcterms:W3CDTF">2025-11-05T06:12:37Z</dcterms:created>
  <dcterms:modified xsi:type="dcterms:W3CDTF">2025-11-05T06:36:43Z</dcterms:modified>
</cp:coreProperties>
</file>